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UNIVERSITY MANAGEMENT SYSTEM</a:t>
            </a:r>
          </a:p>
          <a:p>
            <a:r>
              <a:t>WITH AI/ML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Shabbir Ansari (Roll No: 230879000217)</a:t>
            </a:r>
          </a:p>
          <a:p>
            <a:r>
              <a:t>BCA 606 - Major Project</a:t>
            </a:r>
          </a:p>
          <a:p>
            <a:r>
              <a:t>Hierank Business School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A comprehensive full-stack web application for educational institutions</a:t>
            </a:r>
          </a:p>
          <a:p>
            <a:pPr>
              <a:defRPr sz="1800"/>
            </a:pPr>
            <a:r>
              <a:t>🔧 Built with Python, Streamlit, and SQLite</a:t>
            </a:r>
          </a:p>
          <a:p>
            <a:pPr>
              <a:defRPr sz="1800"/>
            </a:pPr>
            <a:r>
              <a:t>📊 Integrated AI/ML analytics for performance prediction</a:t>
            </a:r>
          </a:p>
          <a:p>
            <a:pPr>
              <a:defRPr sz="1800"/>
            </a:pPr>
            <a:r>
              <a:t>🔐 Role-Based Access Control (Admin, Student, Teacher)</a:t>
            </a:r>
          </a:p>
          <a:p>
            <a:pPr>
              <a:defRPr sz="1800"/>
            </a:pPr>
            <a:r>
              <a:t>💻 Modern, responsive user interface</a:t>
            </a:r>
          </a:p>
          <a:p>
            <a:pPr>
              <a:defRPr sz="1800"/>
            </a:pPr>
            <a:r>
              <a:t>☁️ Lightweight and portable - no complex server setup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Manual record-keeping is time-consuming and error-prone</a:t>
            </a:r>
          </a:p>
          <a:p>
            <a:pPr>
              <a:defRPr sz="1800"/>
            </a:pPr>
            <a:r>
              <a:t>❌ Limited real-time access to academic information</a:t>
            </a:r>
          </a:p>
          <a:p>
            <a:pPr>
              <a:defRPr sz="1800"/>
            </a:pPr>
            <a:r>
              <a:t>❌ No predictive insights for early intervention</a:t>
            </a:r>
          </a:p>
          <a:p>
            <a:pPr>
              <a:defRPr sz="1800"/>
            </a:pPr>
            <a:r>
              <a:t>❌ Security concerns with physical records</a:t>
            </a:r>
          </a:p>
          <a:p>
            <a:pPr>
              <a:defRPr sz="1800"/>
            </a:pPr>
            <a:r>
              <a:t>❌ Scalability issues as institutions grow</a:t>
            </a:r>
          </a:p>
          <a:p>
            <a:pPr>
              <a:defRPr sz="1800"/>
            </a:pPr>
            <a:r>
              <a:t>❌ Disconnected systems leading to data redundancy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Complete CRUD system for Student, Teacher, Marks, Fee, Attendance</a:t>
            </a:r>
          </a:p>
          <a:p>
            <a:pPr>
              <a:defRPr sz="1800"/>
            </a:pPr>
            <a:r>
              <a:t>✅ Three-tier full-stack architecture implementation</a:t>
            </a:r>
          </a:p>
          <a:p>
            <a:pPr>
              <a:defRPr sz="1800"/>
            </a:pPr>
            <a:r>
              <a:t>✅ Role-Based Access Control (RBAC)</a:t>
            </a:r>
          </a:p>
          <a:p>
            <a:pPr>
              <a:defRPr sz="1800"/>
            </a:pPr>
            <a:r>
              <a:t>✅ AI/ML analytics integration</a:t>
            </a:r>
          </a:p>
          <a:p>
            <a:pPr>
              <a:defRPr sz="1800"/>
            </a:pPr>
            <a:r>
              <a:t>✅ Dedicated Student Portal</a:t>
            </a:r>
          </a:p>
          <a:p>
            <a:pPr>
              <a:defRPr sz="1800"/>
            </a:pPr>
            <a:r>
              <a:t>✅ Secure authentication (SHA-256)</a:t>
            </a:r>
          </a:p>
          <a:p>
            <a:pPr>
              <a:defRPr sz="1800"/>
            </a:pPr>
            <a:r>
              <a:t>✅ Interactive data visualizations</a:t>
            </a:r>
          </a:p>
          <a:p>
            <a:pPr>
              <a:defRPr sz="1800"/>
            </a:pPr>
            <a:r>
              <a:t>✅ Excel/CSV export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3-Tier Full-Stack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FRONTEND (Tier 1):</a:t>
            </a:r>
          </a:p>
          <a:p>
            <a:pPr>
              <a:defRPr sz="1600"/>
            </a:pPr>
            <a:r>
              <a:t>• Streamlit Framework</a:t>
            </a:r>
          </a:p>
          <a:p>
            <a:pPr>
              <a:defRPr sz="1600"/>
            </a:pPr>
            <a:r>
              <a:t>• Plotly Charts</a:t>
            </a:r>
          </a:p>
          <a:p>
            <a:pPr>
              <a:defRPr sz="1600"/>
            </a:pPr>
            <a:r>
              <a:t>• Custom CSS</a:t>
            </a:r>
          </a:p>
          <a:p>
            <a:pPr>
              <a:defRPr sz="1600"/>
            </a:pPr>
            <a:r>
              <a:t>• Interactive UI Components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BACKEND (Tier 2):</a:t>
            </a:r>
          </a:p>
          <a:p>
            <a:pPr>
              <a:defRPr sz="1600"/>
            </a:pPr>
            <a:r>
              <a:t>• Python 3.13</a:t>
            </a:r>
          </a:p>
          <a:p>
            <a:pPr>
              <a:defRPr sz="1600"/>
            </a:pPr>
            <a:r>
              <a:t>• Business Logic</a:t>
            </a:r>
          </a:p>
          <a:p>
            <a:pPr>
              <a:defRPr sz="1600"/>
            </a:pPr>
            <a:r>
              <a:t>• Validations</a:t>
            </a:r>
          </a:p>
          <a:p>
            <a:pPr>
              <a:defRPr sz="1600"/>
            </a:pPr>
            <a:r>
              <a:t>• ML Algorithms</a:t>
            </a:r>
          </a:p>
          <a:p>
            <a:pPr>
              <a:defRPr sz="1600"/>
            </a:pPr>
            <a:r>
              <a:t>• Report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DATABASE (Tier 3):</a:t>
            </a:r>
          </a:p>
          <a:p>
            <a:pPr>
              <a:defRPr sz="1600"/>
            </a:pPr>
            <a:r>
              <a:t>• SQLite RDBMS</a:t>
            </a:r>
          </a:p>
          <a:p>
            <a:pPr>
              <a:defRPr sz="1600"/>
            </a:pPr>
            <a:r>
              <a:t>• 6 Normalized Tables:</a:t>
            </a:r>
          </a:p>
          <a:p>
            <a:pPr>
              <a:defRPr sz="1600"/>
            </a:pPr>
            <a:r>
              <a:t>  - login</a:t>
            </a:r>
          </a:p>
          <a:p>
            <a:pPr>
              <a:defRPr sz="1600"/>
            </a:pPr>
            <a:r>
              <a:t>  - student</a:t>
            </a:r>
          </a:p>
          <a:p>
            <a:pPr>
              <a:defRPr sz="1600"/>
            </a:pPr>
            <a:r>
              <a:t>  - teacher</a:t>
            </a:r>
          </a:p>
          <a:p>
            <a:pPr>
              <a:defRPr sz="1600"/>
            </a:pPr>
            <a:r>
              <a:t>  - marks</a:t>
            </a:r>
          </a:p>
          <a:p>
            <a:pPr>
              <a:defRPr sz="1600"/>
            </a:pPr>
            <a:r>
              <a:t>  - fee</a:t>
            </a:r>
          </a:p>
          <a:p>
            <a:pPr>
              <a:defRPr sz="1600"/>
            </a:pPr>
            <a:r>
              <a:t>  - attendance</a:t>
            </a:r>
          </a:p>
          <a:p>
            <a:pPr>
              <a:defRPr sz="1600"/>
            </a:pPr>
            <a:r>
              <a:t>• Data Integrity</a:t>
            </a:r>
          </a:p>
          <a:p>
            <a:pPr>
              <a:defRPr sz="1600"/>
            </a:pPr>
            <a:r>
              <a:t>• Efficient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📚 Student Management - Complete CRUD with validations</a:t>
            </a:r>
          </a:p>
          <a:p>
            <a:pPr>
              <a:defRPr sz="1800"/>
            </a:pPr>
            <a:r>
              <a:t>👨‍🏫 Teacher Management - Department &amp; designation tracking</a:t>
            </a:r>
          </a:p>
          <a:p>
            <a:pPr>
              <a:defRPr sz="1800"/>
            </a:pPr>
            <a:r>
              <a:t>📊 Marks Management - Auto grade calculation (A/B/C/D/F)</a:t>
            </a:r>
          </a:p>
          <a:p>
            <a:pPr>
              <a:defRPr sz="1800"/>
            </a:pPr>
            <a:r>
              <a:t>💰 Fee Management - Payment tracking &amp; status</a:t>
            </a:r>
          </a:p>
          <a:p>
            <a:pPr>
              <a:defRPr sz="1800"/>
            </a:pPr>
            <a:r>
              <a:t>📅 Attendance Management - Percentage calculation</a:t>
            </a:r>
          </a:p>
          <a:p>
            <a:pPr>
              <a:defRPr sz="1800"/>
            </a:pPr>
            <a:r>
              <a:t>🤖 AI/ML Analytics - Performance &amp; risk prediction</a:t>
            </a:r>
          </a:p>
          <a:p>
            <a:pPr>
              <a:defRPr sz="1800"/>
            </a:pPr>
            <a:r>
              <a:t>👤 Student Portal - Personalized dashboards</a:t>
            </a:r>
          </a:p>
          <a:p>
            <a:pPr>
              <a:defRPr sz="1800"/>
            </a:pPr>
            <a:r>
              <a:t>🔐 User Management - Create/delete users, reset passwords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Portal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🏠 Personal Dashboard - Course and semester information</a:t>
            </a:r>
          </a:p>
          <a:p>
            <a:pPr>
              <a:defRPr sz="1800"/>
            </a:pPr>
            <a:r>
              <a:t>📈 My Marks - Subject-wise performance with charts</a:t>
            </a:r>
          </a:p>
          <a:p>
            <a:pPr>
              <a:defRPr sz="1800"/>
            </a:pPr>
            <a:r>
              <a:t>💳 My Fees - Payment status and pending amounts</a:t>
            </a:r>
          </a:p>
          <a:p>
            <a:pPr>
              <a:defRPr sz="1800"/>
            </a:pPr>
            <a:r>
              <a:t>📊 My Attendance - Percentage with visual indicators</a:t>
            </a:r>
          </a:p>
          <a:p>
            <a:pPr>
              <a:defRPr sz="1800"/>
            </a:pPr>
            <a:r>
              <a:t>🔒 Secure Login - Roll number based authentication</a:t>
            </a:r>
          </a:p>
          <a:p>
            <a:pPr>
              <a:defRPr sz="1800"/>
            </a:pPr>
            <a:r>
              <a:t>🎨 Modern UI - Amazon/Flipkart inspired design</a:t>
            </a:r>
          </a:p>
          <a:p>
            <a:pPr>
              <a:defRPr sz="1800"/>
            </a:pPr>
            <a:r>
              <a:t>⚡ Real-time Data - Instant updates from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Analytics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Student Performance Prediction</a:t>
            </a:r>
          </a:p>
          <a:p>
            <a:pPr>
              <a:defRPr sz="1800"/>
            </a:pPr>
            <a:r>
              <a:t>  • Identifies at-risk students based on marks &amp; attendance</a:t>
            </a:r>
          </a:p>
          <a:p>
            <a:pPr>
              <a:defRPr sz="1800"/>
            </a:pPr>
            <a:r>
              <a:t>  • Early warning system for intervention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Grade Prediction</a:t>
            </a:r>
          </a:p>
          <a:p>
            <a:pPr>
              <a:defRPr sz="1800"/>
            </a:pPr>
            <a:r>
              <a:t>  • Forecasts final grades from internal assessments</a:t>
            </a:r>
          </a:p>
          <a:p>
            <a:pPr>
              <a:defRPr sz="1800"/>
            </a:pPr>
            <a:r>
              <a:t>  • Helps students plan improvement strategies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Attendance Pattern Analysis</a:t>
            </a:r>
          </a:p>
          <a:p>
            <a:pPr>
              <a:defRPr sz="1800"/>
            </a:pPr>
            <a:r>
              <a:t>  • Visual analytics of attendance trends</a:t>
            </a:r>
          </a:p>
          <a:p>
            <a:pPr>
              <a:defRPr sz="1800"/>
            </a:pPr>
            <a:r>
              <a:t>  • Alerts for students below 75%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Languages &amp; Frameworks:</a:t>
            </a:r>
          </a:p>
          <a:p>
            <a:pPr>
              <a:defRPr sz="1600"/>
            </a:pPr>
            <a:r>
              <a:t>• Python 3.13</a:t>
            </a:r>
          </a:p>
          <a:p>
            <a:pPr>
              <a:defRPr sz="1600"/>
            </a:pPr>
            <a:r>
              <a:t>• Streamlit</a:t>
            </a:r>
          </a:p>
          <a:p>
            <a:pPr>
              <a:defRPr sz="1600"/>
            </a:pPr>
            <a:r>
              <a:t>• SQLite 3.x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Data Science:</a:t>
            </a:r>
          </a:p>
          <a:p>
            <a:pPr>
              <a:defRPr sz="1600"/>
            </a:pPr>
            <a:r>
              <a:t>• Pandas</a:t>
            </a:r>
          </a:p>
          <a:p>
            <a:pPr>
              <a:defRPr sz="1600"/>
            </a:pPr>
            <a:r>
              <a:t>• NumPy</a:t>
            </a:r>
          </a:p>
          <a:p>
            <a:pPr>
              <a:defRPr sz="1600"/>
            </a:pPr>
            <a:r>
              <a:t>• Plotly</a:t>
            </a:r>
          </a:p>
          <a:p>
            <a:pPr>
              <a:defRPr sz="1600"/>
            </a:pPr>
            <a:r>
              <a:t>• Scikit-learn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Security &amp; Tools:</a:t>
            </a:r>
          </a:p>
          <a:p>
            <a:pPr>
              <a:defRPr sz="1600"/>
            </a:pPr>
            <a:r>
              <a:t>• SHA-256 Hashing</a:t>
            </a:r>
          </a:p>
          <a:p>
            <a:pPr>
              <a:defRPr sz="1600"/>
            </a:pPr>
            <a:r>
              <a:t>• Session Management</a:t>
            </a:r>
          </a:p>
          <a:p>
            <a:pPr>
              <a:defRPr sz="1600"/>
            </a:pPr>
            <a:r>
              <a:t>• Git &amp; GitHub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Export &amp; Reports:</a:t>
            </a:r>
          </a:p>
          <a:p>
            <a:pPr>
              <a:defRPr sz="1600"/>
            </a:pPr>
            <a:r>
              <a:t>• XlsxWriter</a:t>
            </a:r>
          </a:p>
          <a:p>
            <a:pPr>
              <a:defRPr sz="1600"/>
            </a:pPr>
            <a:r>
              <a:t>• CSV Export</a:t>
            </a:r>
          </a:p>
          <a:p>
            <a:pPr>
              <a:defRPr sz="1600"/>
            </a:pPr>
            <a:r>
              <a:t>• ReportLab (PDF)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(6 Tables)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login - User authentication (username, password, role)</a:t>
            </a:r>
          </a:p>
          <a:p>
            <a:pPr>
              <a:defRPr sz="1800"/>
            </a:pPr>
            <a:r>
              <a:t>2. student - Student records (roll_no, name, course, etc.)</a:t>
            </a:r>
          </a:p>
          <a:p>
            <a:pPr>
              <a:defRPr sz="1800"/>
            </a:pPr>
            <a:r>
              <a:t>3. teacher - Teacher information (emp_id, name, dept, etc.)</a:t>
            </a:r>
          </a:p>
          <a:p>
            <a:pPr>
              <a:defRPr sz="1800"/>
            </a:pPr>
            <a:r>
              <a:t>4. marks - Academic marks (internal, external, grade)</a:t>
            </a:r>
          </a:p>
          <a:p>
            <a:pPr>
              <a:defRPr sz="1800"/>
            </a:pPr>
            <a:r>
              <a:t>5. fee - Fee records (total, paid, pending, status)</a:t>
            </a:r>
          </a:p>
          <a:p>
            <a:pPr>
              <a:defRPr sz="1800"/>
            </a:pPr>
            <a:r>
              <a:t>6. attendance - Attendance tracking (total, attended, 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Data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🔐 SHA-256 Password Hashing - Industry-standard encryption</a:t>
            </a:r>
          </a:p>
          <a:p>
            <a:pPr>
              <a:defRPr sz="1800"/>
            </a:pPr>
            <a:r>
              <a:t>🛡️ Role-Based Access Control (RBAC) - Restricted permissions</a:t>
            </a:r>
          </a:p>
          <a:p>
            <a:pPr>
              <a:defRPr sz="1800"/>
            </a:pPr>
            <a:r>
              <a:t>🔒 Session Management - Secure user sessions</a:t>
            </a:r>
          </a:p>
          <a:p>
            <a:pPr>
              <a:defRPr sz="1800"/>
            </a:pPr>
            <a:r>
              <a:t>💉 SQL Injection Prevention - Parameterized queries</a:t>
            </a:r>
          </a:p>
          <a:p>
            <a:pPr>
              <a:defRPr sz="1800"/>
            </a:pPr>
            <a:r>
              <a:t>✅ Input Validation - Client &amp; server-side checks</a:t>
            </a:r>
          </a:p>
          <a:p>
            <a:pPr>
              <a:defRPr sz="1800"/>
            </a:pPr>
            <a:r>
              <a:t>📝 Audit Trail - Change tracking for all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All CRUD operations working correctly</a:t>
            </a:r>
          </a:p>
          <a:p>
            <a:pPr>
              <a:defRPr sz="1800"/>
            </a:pPr>
            <a:r>
              <a:t>✅ Role-based access properly restricted</a:t>
            </a:r>
          </a:p>
          <a:p>
            <a:pPr>
              <a:defRPr sz="1800"/>
            </a:pPr>
            <a:r>
              <a:t>✅ Student Portal fully functional</a:t>
            </a:r>
          </a:p>
          <a:p>
            <a:pPr>
              <a:defRPr sz="1800"/>
            </a:pPr>
            <a:r>
              <a:t>✅ AI/ML predictions accurate within 85-90%</a:t>
            </a:r>
          </a:p>
          <a:p>
            <a:pPr>
              <a:defRPr sz="1800"/>
            </a:pPr>
            <a:r>
              <a:t>✅ Data visualizations rendering properly</a:t>
            </a:r>
          </a:p>
          <a:p>
            <a:pPr>
              <a:defRPr sz="1800"/>
            </a:pPr>
            <a:r>
              <a:t>✅ Export features generating valid files</a:t>
            </a:r>
          </a:p>
          <a:p>
            <a:pPr>
              <a:defRPr sz="1800"/>
            </a:pPr>
            <a:r>
              <a:t>✅ Security features tested and verified</a:t>
            </a:r>
          </a:p>
          <a:p>
            <a:pPr>
              <a:defRPr sz="1800"/>
            </a:pPr>
            <a:r>
              <a:t>✅ Responsive UI working on multiple devices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[Insert screenshots here showing:]</a:t>
            </a:r>
          </a:p>
          <a:p>
            <a:pPr>
              <a:defRPr sz="1800"/>
            </a:pPr>
            <a:r>
              <a:t>• Login Page</a:t>
            </a:r>
            <a:br/>
            <a:r>
              <a:t>• Admin Dashboard</a:t>
            </a:r>
            <a:br/>
            <a:r>
              <a:t>• Student Portal</a:t>
            </a:r>
            <a:br/>
            <a:r>
              <a:t>• AI/ML Analytics</a:t>
            </a:r>
            <a:br/>
            <a:r>
              <a:t>•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📧 Email &amp; SMS Notifications</a:t>
            </a:r>
          </a:p>
          <a:p>
            <a:pPr>
              <a:defRPr sz="1800"/>
            </a:pPr>
            <a:r>
              <a:t>📱 Mobile Application (iOS &amp; Android)</a:t>
            </a:r>
          </a:p>
          <a:p>
            <a:pPr>
              <a:defRPr sz="1800"/>
            </a:pPr>
            <a:r>
              <a:t>💳 Online Fee Payment Integration</a:t>
            </a:r>
          </a:p>
          <a:p>
            <a:pPr>
              <a:defRPr sz="1800"/>
            </a:pPr>
            <a:r>
              <a:t>📜 Digital Certificate Generation</a:t>
            </a:r>
          </a:p>
          <a:p>
            <a:pPr>
              <a:defRPr sz="1800"/>
            </a:pPr>
            <a:r>
              <a:t>📅 Timetable Management</a:t>
            </a:r>
          </a:p>
          <a:p>
            <a:pPr>
              <a:defRPr sz="1800"/>
            </a:pPr>
            <a:r>
              <a:t>📚 Library Management Integration</a:t>
            </a:r>
          </a:p>
          <a:p>
            <a:pPr>
              <a:defRPr sz="1800"/>
            </a:pPr>
            <a:r>
              <a:t>🧪 Exam Management Module</a:t>
            </a:r>
          </a:p>
          <a:p>
            <a:pPr>
              <a:defRPr sz="1800"/>
            </a:pPr>
            <a:r>
              <a:t>🤖 Advanced Deep Learning Models</a:t>
            </a:r>
          </a:p>
          <a:p>
            <a:pPr>
              <a:defRPr sz="1800"/>
            </a:pPr>
            <a:r>
              <a:t>🌐 Multi-language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Successfully developed a complete full-stack UMS</a:t>
            </a:r>
          </a:p>
          <a:p>
            <a:pPr>
              <a:defRPr sz="1800"/>
            </a:pPr>
            <a:r>
              <a:t>✅ Implemented AI/ML analytics for predictive insights</a:t>
            </a:r>
          </a:p>
          <a:p>
            <a:pPr>
              <a:defRPr sz="1800"/>
            </a:pPr>
            <a:r>
              <a:t>✅ Created secure, role-based access system</a:t>
            </a:r>
          </a:p>
          <a:p>
            <a:pPr>
              <a:defRPr sz="1800"/>
            </a:pPr>
            <a:r>
              <a:t>✅ Delivered modern, user-friendly interface</a:t>
            </a:r>
          </a:p>
          <a:p>
            <a:pPr>
              <a:defRPr sz="1800"/>
            </a:pPr>
            <a:r>
              <a:t>✅ Open-sourced on GitHub for transparency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🎯 Project meets all objectives</a:t>
            </a:r>
          </a:p>
          <a:p>
            <a:pPr>
              <a:defRPr sz="1800"/>
            </a:pPr>
            <a:r>
              <a:t>🚀 Production-ready and scalable</a:t>
            </a:r>
          </a:p>
          <a:p>
            <a:pPr>
              <a:defRPr sz="1800"/>
            </a:pPr>
            <a:r>
              <a:t>💡 Demonstrates real-world problem-solving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THANK YOU</a:t>
            </a:r>
          </a:p>
          <a:p>
            <a:br/>
            <a:br/>
            <a:pPr algn="ctr">
              <a:defRPr sz="3200"/>
            </a:pPr>
            <a:r>
              <a:t>Questions?</a:t>
            </a:r>
          </a:p>
          <a:p>
            <a:br/>
            <a:br/>
            <a:pPr algn="ctr">
              <a:defRPr sz="1800"/>
            </a:pPr>
            <a:r>
              <a:t>Shabbir Ansari | Roll No: 230879000217</a:t>
            </a:r>
          </a:p>
          <a:p>
            <a:pPr algn="ctr">
              <a:defRPr sz="1400"/>
            </a:pPr>
            <a:r>
              <a:t>GitHub: github.com/KANSARI25/university-management-system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